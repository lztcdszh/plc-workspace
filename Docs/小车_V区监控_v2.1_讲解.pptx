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小车 V 区监控程序</a:t>
            </a:r>
          </a:p>
          <a:p>
            <a:r>
              <a:rPr sz="2200" b="0">
                <a:solidFill>
                  <a:srgbClr val="BDD7EE"/>
                </a:solidFill>
                <a:latin typeface="Microsoft YaHei"/>
                <a:ea typeface="Microsoft YaHei"/>
                <a:cs typeface="Microsoft YaHei"/>
              </a:rPr>
              <a:t>基于西门子 S7-200 SMART  ·  v2.1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核心特性：每个仓减速时间可设置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DD7EE"/>
                </a:solidFill>
                <a:latin typeface="Microsoft YaHei"/>
                <a:ea typeface="Microsoft YaHei"/>
                <a:cs typeface="Microsoft YaHei"/>
              </a:rPr>
              <a:t>工程版本 V02.08.02.01   |   讲解材料  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一、项目概述 —— 这套程序解决什么问题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二、软件与硬件平台 —— S7-200 SMART 与 STEP 7-Micro/WIN SMART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三、工程规模一览 —— 程序段 / POU / 运动控制向导 / Modbus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四、系统总体架构 —— 主逻辑如何串起各模块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五、核心功能模块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运动控制 · 位置反馈(HSC) · 安全限位与运行模式 · Modbus 通信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六、v2.1 核心亮点 —— 每个仓减速时间可设置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实现机制：18 元素参数数组，仓号即下标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七、安全设计要点与总结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一、项目概述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这是什么：一套运行在西门子 S7-200 SMART PLC 上的运动控制程序，用于监控并控制一台在「V 区」运行的小车。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“V 区” = PLC 的 V 存储区（V-Memory）：程序中所有关键变量（位置、速度、减速时间、状态）都存放在 V 区，集中监控即“V 区监控”。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小车任务：沿轨道往返，在多个料仓(仓位)之间定位、停靠、取放，并在充电位自动充电。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为什么需要精细控制：不同仓位的位置、负载、轨道段不同，到达各仓时的停车减速需求也不同 —— 这正是 v2.1 的改进动机。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一句话总结：用一套 PLC 程序，把“小车到每个仓怎么停得准、停得稳”这件事做成可配置、可监控。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二、软件与硬件平台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硬件：西门子 S7-200 SMART CPU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集成高速计数器(HSC)与脉冲输出，适合运动定位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支持扩展模块（总线插槽），扩展 I/O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软件：STEP 7-Micro/WIN SMART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工程文件扩展名即为 .smart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自带两大向导，大幅简化开发：</a:t>
            </a:r>
          </a:p>
          <a:p>
            <a:pPr lvl="2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运动控制向导（轴定位）</a:t>
            </a:r>
          </a:p>
          <a:p>
            <a:pPr lvl="2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HSC 向导（高速计数）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内置 Modbus 通信库（RTU / TCP）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463040"/>
            <a:ext cx="5029200" cy="42062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程序本体（逆向可见）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主程序 OB1 + 子程序(SBR) + 中断(INT)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中文变量与网络注释齐全，便于维护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典型资源用法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HSC：读编码器/位置传感器做位置反馈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运动控制：目标位置 + 速度 + 加减速曲线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V 区：存放全部运行参数与状态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三、工程规模一览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5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06040" cy="23774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程序段(网络)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606040" cy="23774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POU 程序单元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2606040" cy="23774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运动控制向导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645920"/>
            <a:ext cx="2377440" cy="23774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Modbus 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规模解读：21 个网络分段 + 13 个 POU，说明逻辑被良好模块化；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12 个运动控制向导 = 系统中被定位/控制的对象（轴或仓位）数量级；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62 处 Modbus 引用 = 大量通过 Modbus 与变频器、仪表或上位机交换数据。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6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463040"/>
            <a:ext cx="22860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600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主逻辑 (OB1)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46888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运动控制向导 ×12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目标位置 / 速度指令
电机启动·方向·使能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246888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HSC 位置反馈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编码器计数
小车位置 / 实际位置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463040"/>
            <a:ext cx="246888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57276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限位与安全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正/负极限位置
超限·充电行程开关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4023360"/>
            <a:ext cx="246888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413308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Modbus 通信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变频器/仪表/上位机
62 处数据交互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5394960"/>
            <a:ext cx="4846320" cy="8229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5486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 存储区：统一存放全部参数与状态（含每仓减速时间）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主逻辑按“定位指令 → 运动执行 → 位置反馈 → 限位保护 → 通信交互”闭环运行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五(1) · 运动控制模块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定位执行：由 12 个运动控制向导实例驱动，每个对象对应一个轴/仓位定位。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速度档位（全局，各 2 条）：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高速电机速度、低速电机速度 —— 用于“接近段高速 + 到位段低速”的两段式运行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电机速度指令：综合得到实际运行速度给定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目标位置设定：各仓/充电位的定位目标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执行输出：电机启动线圈、电机运行方向、电机使能、正向/反向点动（手动模式）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状态反馈：电机实际位置、电机运行方向、小车状态，供监控与联锁使用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五(2) · 位置反馈（HSC 高速计数器）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为什么用 HSC：小车位置靠编码器脉冲计数，脉冲频率高，必须用高速计数器才能保证不丢脉冲。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HSC 向导生成的功能：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频率测量周期（0=1s / 1=100ms / 2=10ms）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计数方向控制（加计数 / 减计数）与当前计数方向状态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预设值比较：当前值=预设值 / 当前值&gt;预设值 状态位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派生变量：位置传感器、小车位置、电机实际位置 —— 闭环控制与监控的“眼睛”。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提示：HSC 计数值需与机械行程标定，才能把“脉冲数”换算成“实际位置”。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五(3) · 安全限位与运行模式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安全限位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正极限位置 / 负极限位置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超限行程开关（硬限位保护）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充电行程开关（充电位到位检测）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充电位置 / 充电运行位置：自动进入充电逻辑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运行模式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自动模式：按程序自动定位、减速、停靠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手动模式：人工干预</a:t>
            </a:r>
          </a:p>
          <a:p>
            <a:pPr lvl="2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电机正向点动 / 反向点动（调试与对位）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状态指示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绿色指示灯、小车状态、电机运行方向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模式设定：切换自动/手动的依据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五(4) · Modbus 通信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通信角色：S7-200 SMART 内置 Modbus 库，工程中多达 62 处引用，是系统对外交互的主力。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典型对象：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变频器：下发电机速度/启停，读取运行频率与电流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现场仪表：读取料位、重量等过程量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上位机 / 触摸屏：上传小车状态、仓位状态，下发调度指令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与 V 区的关系：通信读写的数据最终都落到 V 存储区，与“V 区监控”形成闭环。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六、v2.1 核心亮点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每个仓的减速时间，从“一套全局值”升级为“每个仓独立可设置”。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改动前：所有仓位共用同一个减速时间，遇到位置/负载差异只能折中，易“停不准”或“停不稳”。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改动后：每个仓位拥有自己的减速时间参数，可针对该仓的轨道段、负载单独整定减速曲线。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效果：停靠更平顺、定位更精准，也便于后期逐仓优化而互不影响。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六(续) · 实现机制：18 元素参数数组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参数组织方式（逆向确认）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「减速时间」在工程中共 18 条，结构完全一致（前导标识相同），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构成一个 18 元素的连续参数数组（UDT / 连续 V 区）。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仓号 = 数组下标（第 0 ~ 17 仓）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具体 V 地址（如 VWxxx）不在 .smart 明文中，需在软件“符号表/数据块”按 基址 + 仓号×元素长度 查看。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71600"/>
            <a:ext cx="502920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全局参数（所有仓共用）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高速电机速度：2 条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低速电机速度：2 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657600"/>
            <a:ext cx="502920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7947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按仓参数（每仓独立）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减速时间：18 条（核心改动）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充电位置 / 小车位置 等随仓配对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七、安全设计要点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减速时间 ↔ 限位联锁：减速时间决定停车距离，必须与其所在仓的“正/负极限位置”“超限行程开关”匹配校验，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– 避免减速过长导致越限，或减速不足导致撞击。建议逐仓核对默认值与极限间距。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数组边界：18 条减速时间按仓索引，若实际仓位数与参数条数不一致，需防止越界或末位仓未配置。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不可直接手改 .smart：二进制工程文件经压缩与私有结构封装，修改请用 STEP 7-Micro/WIN SMART 在原工程内进行。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修改前务必备份：保留原 .smart 与源工程，便于回退与比对。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小车_V区监控 v2.1 讲解</a:t>
            </a:r>
          </a:p>
          <a:p>
            <a:pPr algn="r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这是一套成熟的 S7-200 SMART 小车运动控制程序：以 V 区为数据中枢，运动控制向导 + HSC 位置反馈 + Modbus 通信协同工作。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v2.1 的关键价值：把“减速时间”参数化到每个仓，使多仓停靠更精准、更平顺，且支持逐仓独立优化。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工程结构清晰（21 网络 / 13 POU / 12 向导），中文注释完善，便于维护与再开发。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后续建议：打开软件核对每仓减速时间取值与极限位置的安全间距；如需扩展仓位，注意同步数组长度与边界保护。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—— 谢谢聆听 · Q &amp; A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